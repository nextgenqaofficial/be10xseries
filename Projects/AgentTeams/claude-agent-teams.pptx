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722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01168"/>
            <a:ext cx="1828800" cy="274320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nextgenqa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Teams</a:t>
            </a:r>
            <a:endParaRPr lang="en-US" sz="6600" dirty="0"/>
          </a:p>
        </p:txBody>
      </p:sp>
      <p:sp>
        <p:nvSpPr>
          <p:cNvPr id="8" name="Shape 6"/>
          <p:cNvSpPr/>
          <p:nvPr/>
        </p:nvSpPr>
        <p:spPr>
          <a:xfrm>
            <a:off x="320040" y="2542032"/>
            <a:ext cx="2743200" cy="502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multiple AI sessions working in parallel as a team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3383280"/>
            <a:ext cx="1828800" cy="27432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Feature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3383280"/>
            <a:ext cx="1828800" cy="27432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3383280"/>
            <a:ext cx="1828800" cy="274320"/>
          </a:xfrm>
          <a:prstGeom prst="rect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320040"/>
            <a:ext cx="3291840" cy="329184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05840"/>
            <a:ext cx="0" cy="82296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005840"/>
            <a:ext cx="1005840" cy="82296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1005840"/>
            <a:ext cx="0" cy="187452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005840"/>
            <a:ext cx="594360" cy="187452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828800"/>
            <a:ext cx="411480" cy="105156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0" y="1828800"/>
            <a:ext cx="0" cy="105156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828800"/>
            <a:ext cx="2011680" cy="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2880360"/>
            <a:ext cx="1188720" cy="0"/>
          </a:xfrm>
          <a:prstGeom prst="line">
            <a:avLst/>
          </a:prstGeom>
          <a:noFill/>
          <a:ln w="15240">
            <a:solidFill>
              <a:srgbClr val="818CF8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822960"/>
            <a:ext cx="365760" cy="365760"/>
          </a:xfrm>
          <a:prstGeom prst="ellipse">
            <a:avLst/>
          </a:prstGeom>
          <a:solidFill>
            <a:srgbClr val="34D399">
              <a:alpha val="8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822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645920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1645920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2697480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2697480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3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82312"/>
            <a:ext cx="841248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code.claude.com/docs/en/agent-teams  •  Requires Claude Code v2.1.32+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Models of Delegation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vs Agent Teams — choose based on how much coordination is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22860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2148840"/>
          </a:xfrm>
          <a:prstGeom prst="rect">
            <a:avLst/>
          </a:prstGeom>
          <a:solidFill>
            <a:srgbClr val="131B2E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44368" y="1289304"/>
            <a:ext cx="1261872" cy="265176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4368" y="128930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chat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 — one-way, back to Main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04288" y="1801368"/>
            <a:ext cx="0" cy="713232"/>
          </a:xfrm>
          <a:prstGeom prst="line">
            <a:avLst/>
          </a:prstGeom>
          <a:noFill/>
          <a:ln w="19050">
            <a:solidFill>
              <a:srgbClr val="94A3B8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514600"/>
            <a:ext cx="749808" cy="0"/>
          </a:xfrm>
          <a:prstGeom prst="line">
            <a:avLst/>
          </a:prstGeom>
          <a:noFill/>
          <a:ln w="19050">
            <a:solidFill>
              <a:srgbClr val="94A3B8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54096" y="2514600"/>
            <a:ext cx="0" cy="0"/>
          </a:xfrm>
          <a:prstGeom prst="line">
            <a:avLst/>
          </a:prstGeom>
          <a:noFill/>
          <a:ln w="19050">
            <a:solidFill>
              <a:srgbClr val="94A3B8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04288" y="3227832"/>
            <a:ext cx="0" cy="0"/>
          </a:xfrm>
          <a:prstGeom prst="line">
            <a:avLst/>
          </a:prstGeom>
          <a:noFill/>
          <a:ln w="19050">
            <a:solidFill>
              <a:srgbClr val="94A3B8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9072" y="1993392"/>
            <a:ext cx="566928" cy="502920"/>
          </a:xfrm>
          <a:prstGeom prst="line">
            <a:avLst/>
          </a:prstGeom>
          <a:noFill/>
          <a:ln w="10160">
            <a:solidFill>
              <a:srgbClr val="F87171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83664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2267712"/>
            <a:ext cx="493776" cy="493776"/>
          </a:xfrm>
          <a:prstGeom prst="ellipse">
            <a:avLst/>
          </a:prstGeom>
          <a:solidFill>
            <a:srgbClr val="94A3B8">
              <a:alpha val="8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2677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39696" y="1636776"/>
            <a:ext cx="329184" cy="329184"/>
          </a:xfrm>
          <a:prstGeom prst="ellipse">
            <a:avLst/>
          </a:prstGeom>
          <a:solidFill>
            <a:srgbClr val="131B2E">
              <a:alpha val="8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9696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389888" y="2350008"/>
            <a:ext cx="329184" cy="329184"/>
          </a:xfrm>
          <a:prstGeom prst="ellipse">
            <a:avLst/>
          </a:prstGeom>
          <a:solidFill>
            <a:srgbClr val="131B2E">
              <a:alpha val="8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9504" y="2350008"/>
            <a:ext cx="329184" cy="329184"/>
          </a:xfrm>
          <a:prstGeom prst="ellipse">
            <a:avLst/>
          </a:prstGeom>
          <a:solidFill>
            <a:srgbClr val="131B2E">
              <a:alpha val="8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9504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39696" y="3063240"/>
            <a:ext cx="329184" cy="329184"/>
          </a:xfrm>
          <a:prstGeom prst="ellipse">
            <a:avLst/>
          </a:prstGeom>
          <a:solidFill>
            <a:srgbClr val="131B2E">
              <a:alpha val="80000"/>
            </a:srgbClr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9696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143000"/>
            <a:ext cx="4069080" cy="2148840"/>
          </a:xfrm>
          <a:prstGeom prst="rect">
            <a:avLst/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Teams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516368" y="1289304"/>
            <a:ext cx="1261872" cy="265176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1289304"/>
            <a:ext cx="1261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messaging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16093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Network — all agents talk directly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1947672"/>
            <a:ext cx="1316736" cy="0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947672"/>
            <a:ext cx="0" cy="1133856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1947672"/>
            <a:ext cx="1316736" cy="1133856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947672"/>
            <a:ext cx="658368" cy="566928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88936" y="1947672"/>
            <a:ext cx="0" cy="1133856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8936" y="1947672"/>
            <a:ext cx="0" cy="1133856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88936" y="1947672"/>
            <a:ext cx="0" cy="566928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3081528"/>
            <a:ext cx="1316736" cy="0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3081528"/>
            <a:ext cx="658368" cy="0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88936" y="3081528"/>
            <a:ext cx="0" cy="0"/>
          </a:xfrm>
          <a:prstGeom prst="line">
            <a:avLst/>
          </a:prstGeom>
          <a:noFill/>
          <a:ln w="12700">
            <a:solidFill>
              <a:srgbClr val="818CF8">
                <a:alpha val="4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1764792"/>
            <a:ext cx="365760" cy="365760"/>
          </a:xfrm>
          <a:prstGeom prst="ellipse">
            <a:avLst/>
          </a:prstGeom>
          <a:solidFill>
            <a:srgbClr val="34D399">
              <a:alpha val="80000"/>
            </a:srgbClr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06056" y="1764792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06056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89320" y="2898648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06056" y="2898648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06056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47688" y="2331720"/>
            <a:ext cx="365760" cy="365760"/>
          </a:xfrm>
          <a:prstGeom prst="ellipse">
            <a:avLst/>
          </a:prstGeom>
          <a:solidFill>
            <a:srgbClr val="818CF8">
              <a:alpha val="80000"/>
            </a:srgbClr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768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3401568"/>
            <a:ext cx="8631936" cy="223114"/>
          </a:xfrm>
          <a:prstGeom prst="rect">
            <a:avLst/>
          </a:prstGeom>
          <a:solidFill>
            <a:srgbClr val="131B2E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401568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377440" y="3401568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87168" y="3401568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32704" y="3401568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42432" y="3401568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" y="3624682"/>
            <a:ext cx="8631936" cy="223114"/>
          </a:xfrm>
          <a:prstGeom prst="rect">
            <a:avLst/>
          </a:prstGeom>
          <a:solidFill>
            <a:srgbClr val="131B2E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3624682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377440" y="3624682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87168" y="3624682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only (to caller)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632704" y="3624682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42432" y="3624682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+ broadcasts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56032" y="3847795"/>
            <a:ext cx="8631936" cy="223114"/>
          </a:xfrm>
          <a:prstGeom prst="rect">
            <a:avLst/>
          </a:prstGeom>
          <a:solidFill>
            <a:srgbClr val="0F1925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847795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377440" y="3847795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87168" y="3847795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manages all work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632704" y="3847795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42432" y="3847795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task list, self-assigned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56032" y="4070909"/>
            <a:ext cx="8631936" cy="223114"/>
          </a:xfrm>
          <a:prstGeom prst="rect">
            <a:avLst/>
          </a:prstGeom>
          <a:solidFill>
            <a:srgbClr val="131B2E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070909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377440" y="4070909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487168" y="4070909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— results returned back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632704" y="4070909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42432" y="4070909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— fully independent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56032" y="4294022"/>
            <a:ext cx="8631936" cy="223114"/>
          </a:xfrm>
          <a:prstGeom prst="rect">
            <a:avLst/>
          </a:prstGeom>
          <a:solidFill>
            <a:srgbClr val="0F1925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4294022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377440" y="4294022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87168" y="4294022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632704" y="4294022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42432" y="4294022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(each = a Claude session)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56032" y="4517136"/>
            <a:ext cx="8631936" cy="223114"/>
          </a:xfrm>
          <a:prstGeom prst="rect">
            <a:avLst/>
          </a:prstGeom>
          <a:solidFill>
            <a:srgbClr val="131B2E"/>
          </a:solidFill>
          <a:ln w="6350">
            <a:solidFill>
              <a:srgbClr val="1E2A3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4517136"/>
            <a:ext cx="193852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377440" y="4517136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487168" y="4517136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isolated tasks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5632704" y="4517136"/>
            <a:ext cx="10973" cy="223114"/>
          </a:xfrm>
          <a:prstGeom prst="rect">
            <a:avLst/>
          </a:prstGeom>
          <a:solidFill>
            <a:srgbClr val="1E2A3F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42432" y="4517136"/>
            <a:ext cx="3035808" cy="22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collaborative work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1A15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745736"/>
            <a:ext cx="84124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Experimental — enable with:  CLAUDE_CODE_EXPERIMENTAL_AGENT_TEAMS=1  in settings.json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Architecture: How Agent Teams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spawns teammates who claim tasks, message each other, and report results back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63240" y="932688"/>
            <a:ext cx="3017520" cy="1417320"/>
          </a:xfrm>
          <a:prstGeom prst="ellipse">
            <a:avLst/>
          </a:prstGeom>
          <a:solidFill>
            <a:srgbClr val="34D399">
              <a:alpha val="13000"/>
            </a:srgbClr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115568"/>
            <a:ext cx="2743200" cy="713232"/>
          </a:xfrm>
          <a:prstGeom prst="rect">
            <a:avLst/>
          </a:prstGeom>
          <a:solidFill>
            <a:srgbClr val="131B2E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115568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9272" y="1243584"/>
            <a:ext cx="384048" cy="384048"/>
          </a:xfrm>
          <a:prstGeom prst="ellipse">
            <a:avLst/>
          </a:prstGeom>
          <a:solidFill>
            <a:srgbClr val="34D399">
              <a:alpha val="28000"/>
            </a:srgbClr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0759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03904" y="12070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LEAD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10128" y="153619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 •  coordinates  •  synthesizes results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0" y="1828800"/>
            <a:ext cx="0" cy="384048"/>
          </a:xfrm>
          <a:prstGeom prst="line">
            <a:avLst/>
          </a:prstGeom>
          <a:noFill/>
          <a:ln w="17780">
            <a:solidFill>
              <a:srgbClr val="34D399">
                <a:alpha val="7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1828800"/>
            <a:ext cx="0" cy="384048"/>
          </a:xfrm>
          <a:prstGeom prst="line">
            <a:avLst/>
          </a:prstGeom>
          <a:noFill/>
          <a:ln w="17780">
            <a:solidFill>
              <a:srgbClr val="34D399">
                <a:alpha val="7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828800"/>
            <a:ext cx="3127248" cy="384048"/>
          </a:xfrm>
          <a:prstGeom prst="line">
            <a:avLst/>
          </a:prstGeom>
          <a:noFill/>
          <a:ln w="17780">
            <a:solidFill>
              <a:srgbClr val="34D399">
                <a:alpha val="7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24528" y="18836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1752" y="2093976"/>
            <a:ext cx="2286000" cy="1042416"/>
          </a:xfrm>
          <a:prstGeom prst="ellipse">
            <a:avLst/>
          </a:prstGeom>
          <a:solidFill>
            <a:srgbClr val="818CF8">
              <a:alpha val="9000"/>
            </a:srgbClr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6888" y="2212848"/>
            <a:ext cx="2395728" cy="804672"/>
          </a:xfrm>
          <a:prstGeom prst="rect">
            <a:avLst/>
          </a:prstGeom>
          <a:solidFill>
            <a:srgbClr val="131B2E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6888" y="2212848"/>
            <a:ext cx="239572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61872" y="2304288"/>
            <a:ext cx="365760" cy="365760"/>
          </a:xfrm>
          <a:prstGeom prst="ellipse">
            <a:avLst/>
          </a:prstGeom>
          <a:solidFill>
            <a:srgbClr val="818CF8">
              <a:alpha val="30000"/>
            </a:srgbClr>
          </a:solidFill>
          <a:ln w="15240">
            <a:solidFill>
              <a:srgbClr val="818CF8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36829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" y="27157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20040" y="297180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 window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429000" y="2093976"/>
            <a:ext cx="2286000" cy="1042416"/>
          </a:xfrm>
          <a:prstGeom prst="ellipse">
            <a:avLst/>
          </a:prstGeom>
          <a:solidFill>
            <a:srgbClr val="818CF8">
              <a:alpha val="9000"/>
            </a:srgbClr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74136" y="2212848"/>
            <a:ext cx="2395728" cy="804672"/>
          </a:xfrm>
          <a:prstGeom prst="rect">
            <a:avLst/>
          </a:prstGeom>
          <a:solidFill>
            <a:srgbClr val="131B2E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374136" y="2212848"/>
            <a:ext cx="239572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89120" y="2304288"/>
            <a:ext cx="365760" cy="365760"/>
          </a:xfrm>
          <a:prstGeom prst="ellipse">
            <a:avLst/>
          </a:prstGeom>
          <a:solidFill>
            <a:srgbClr val="818CF8">
              <a:alpha val="30000"/>
            </a:srgbClr>
          </a:solidFill>
          <a:ln w="15240">
            <a:solidFill>
              <a:srgbClr val="818CF8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368296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447288" y="27157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3447288" y="297180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 window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556248" y="2093976"/>
            <a:ext cx="2286000" cy="1042416"/>
          </a:xfrm>
          <a:prstGeom prst="ellipse">
            <a:avLst/>
          </a:prstGeom>
          <a:solidFill>
            <a:srgbClr val="818CF8">
              <a:alpha val="9000"/>
            </a:srgbClr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01384" y="2212848"/>
            <a:ext cx="2395728" cy="804672"/>
          </a:xfrm>
          <a:prstGeom prst="rect">
            <a:avLst/>
          </a:prstGeom>
          <a:solidFill>
            <a:srgbClr val="131B2E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01384" y="2212848"/>
            <a:ext cx="239572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516368" y="2304288"/>
            <a:ext cx="365760" cy="365760"/>
          </a:xfrm>
          <a:prstGeom prst="ellipse">
            <a:avLst/>
          </a:prstGeom>
          <a:solidFill>
            <a:srgbClr val="818CF8">
              <a:alpha val="30000"/>
            </a:srgbClr>
          </a:solidFill>
          <a:ln w="15240">
            <a:solidFill>
              <a:srgbClr val="818CF8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2368296"/>
            <a:ext cx="237744" cy="23774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574536" y="27157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 3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574536" y="297180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context window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2642616" y="2615184"/>
            <a:ext cx="731520" cy="0"/>
          </a:xfrm>
          <a:prstGeom prst="line">
            <a:avLst/>
          </a:prstGeom>
          <a:noFill/>
          <a:ln w="20320">
            <a:solidFill>
              <a:srgbClr val="818CF8">
                <a:alpha val="82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769864" y="2615184"/>
            <a:ext cx="731520" cy="0"/>
          </a:xfrm>
          <a:prstGeom prst="line">
            <a:avLst/>
          </a:prstGeom>
          <a:noFill/>
          <a:ln w="20320">
            <a:solidFill>
              <a:srgbClr val="818CF8">
                <a:alpha val="82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642616" y="2359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5769864" y="23591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1444752" y="3017520"/>
            <a:ext cx="0" cy="475488"/>
          </a:xfrm>
          <a:prstGeom prst="line">
            <a:avLst/>
          </a:prstGeom>
          <a:noFill/>
          <a:ln w="1524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572000" y="3017520"/>
            <a:ext cx="0" cy="475488"/>
          </a:xfrm>
          <a:prstGeom prst="line">
            <a:avLst/>
          </a:prstGeom>
          <a:noFill/>
          <a:ln w="15240">
            <a:solidFill>
              <a:srgbClr val="FBBF24">
                <a:alpha val="55000"/>
              </a:srgbClr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572000" y="3017520"/>
            <a:ext cx="713232" cy="475488"/>
          </a:xfrm>
          <a:prstGeom prst="line">
            <a:avLst/>
          </a:prstGeom>
          <a:noFill/>
          <a:ln w="15240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7699248" y="3017520"/>
            <a:ext cx="0" cy="475488"/>
          </a:xfrm>
          <a:prstGeom prst="line">
            <a:avLst/>
          </a:prstGeom>
          <a:noFill/>
          <a:ln w="15240">
            <a:solidFill>
              <a:srgbClr val="F87171">
                <a:alpha val="65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320040" y="3054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7150608" y="30540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749808" y="3493008"/>
            <a:ext cx="3200400" cy="658368"/>
          </a:xfrm>
          <a:prstGeom prst="rect">
            <a:avLst/>
          </a:prstGeom>
          <a:solidFill>
            <a:srgbClr val="131B2E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749808" y="3493008"/>
            <a:ext cx="32004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68680" y="3621024"/>
            <a:ext cx="347472" cy="347472"/>
          </a:xfrm>
          <a:prstGeom prst="ellipse">
            <a:avLst/>
          </a:prstGeom>
          <a:solidFill>
            <a:srgbClr val="FBBF24">
              <a:alpha val="28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685032"/>
            <a:ext cx="219456" cy="219456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1316736" y="3584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List</a:t>
            </a:r>
            <a:endParaRPr lang="en-US" sz="1400" dirty="0"/>
          </a:p>
        </p:txBody>
      </p:sp>
      <p:sp>
        <p:nvSpPr>
          <p:cNvPr id="52" name="Text 45"/>
          <p:cNvSpPr/>
          <p:nvPr/>
        </p:nvSpPr>
        <p:spPr>
          <a:xfrm>
            <a:off x="868680" y="39136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 →  in_progress  →  done  •  file-locked claiming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5193792" y="3493008"/>
            <a:ext cx="3200400" cy="658368"/>
          </a:xfrm>
          <a:prstGeom prst="rect">
            <a:avLst/>
          </a:prstGeom>
          <a:solidFill>
            <a:srgbClr val="131B2E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193792" y="3493008"/>
            <a:ext cx="32004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5312664" y="3621024"/>
            <a:ext cx="347472" cy="347472"/>
          </a:xfrm>
          <a:prstGeom prst="ellipse">
            <a:avLst/>
          </a:prstGeom>
          <a:solidFill>
            <a:srgbClr val="F87171">
              <a:alpha val="28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672" y="3685032"/>
            <a:ext cx="219456" cy="219456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760720" y="35844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Mailbox</a:t>
            </a:r>
            <a:endParaRPr lang="en-US" sz="1400" dirty="0"/>
          </a:p>
        </p:txBody>
      </p:sp>
      <p:sp>
        <p:nvSpPr>
          <p:cNvPr id="58" name="Text 50"/>
          <p:cNvSpPr/>
          <p:nvPr/>
        </p:nvSpPr>
        <p:spPr>
          <a:xfrm>
            <a:off x="5312664" y="3913632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message  •  broadcast to all  •  auto idle-notify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131B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locally:  ~/.claude/teams/  (config)  •  ~/.claude/tasks/  (task list)  •  each teammate = independent Claude Code session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Use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parallel exploration adds real value over a single sequential session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4261104" cy="1828800"/>
          </a:xfrm>
          <a:prstGeom prst="rect">
            <a:avLst/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097280"/>
            <a:ext cx="59436" cy="18288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1207008"/>
            <a:ext cx="347472" cy="347472"/>
          </a:xfrm>
          <a:prstGeom prst="ellipse">
            <a:avLst/>
          </a:prstGeom>
          <a:solidFill>
            <a:srgbClr val="818CF8">
              <a:alpha val="25000"/>
            </a:srgbClr>
          </a:solidFill>
          <a:ln w="19050">
            <a:solidFill>
              <a:srgbClr val="818CF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7101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20700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Code Review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20624" y="1627632"/>
            <a:ext cx="3986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multiple reviewers simultaneously — one on security, one on performance, one on test coverage. Each applies a distinct lens to the same PR.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0624" y="2560320"/>
            <a:ext cx="3986784" cy="27432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56032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Review PR #142 with 3 specialized reviewers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0600" y="1097280"/>
            <a:ext cx="4261104" cy="1828800"/>
          </a:xfrm>
          <a:prstGeom prst="rect">
            <a:avLst/>
          </a:prstGeom>
          <a:solidFill>
            <a:srgbClr val="13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097280"/>
            <a:ext cx="59436" cy="1828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65192" y="1207008"/>
            <a:ext cx="347472" cy="347472"/>
          </a:xfrm>
          <a:prstGeom prst="ellipse">
            <a:avLst/>
          </a:prstGeom>
          <a:solidFill>
            <a:srgbClr val="F87171">
              <a:alpha val="25000"/>
            </a:srgbClr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71016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207008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Competing Hypotheses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4965192" y="1627632"/>
            <a:ext cx="3986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test different root-cause theories in parallel and actively challenge each other, like a scientific debate. The surviving theory is far more reliable.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965192" y="2560320"/>
            <a:ext cx="3986784" cy="274320"/>
          </a:xfrm>
          <a:prstGeom prst="rect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01768" y="2560320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5 agents investigate a mysterious connection drop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56032" y="3090672"/>
            <a:ext cx="4261104" cy="1828800"/>
          </a:xfrm>
          <a:prstGeom prst="rect">
            <a:avLst/>
          </a:prstGeom>
          <a:solidFill>
            <a:srgbClr val="13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6032" y="3090672"/>
            <a:ext cx="59436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20624" y="3200400"/>
            <a:ext cx="347472" cy="347472"/>
          </a:xfrm>
          <a:prstGeom prst="ellipse">
            <a:avLst/>
          </a:prstGeom>
          <a:solidFill>
            <a:srgbClr val="34D399">
              <a:alpha val="25000"/>
            </a:srgbClr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26440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0392" y="320040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Feature Modules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420624" y="3621024"/>
            <a:ext cx="3986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teammate owns a separate piece of a new feature — frontend, backend, tests — without stepping on each other's files.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20624" y="4553712"/>
            <a:ext cx="3986784" cy="274320"/>
          </a:xfrm>
          <a:prstGeom prst="rect">
            <a:avLst/>
          </a:prstGeom>
          <a:solidFill>
            <a:srgbClr val="34D399">
              <a:alpha val="1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455371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3 teammates build API, UI, and tests in parallel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800600" y="3090672"/>
            <a:ext cx="4261104" cy="1828800"/>
          </a:xfrm>
          <a:prstGeom prst="rect">
            <a:avLst/>
          </a:prstGeom>
          <a:solidFill>
            <a:srgbClr val="131B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00600" y="3090672"/>
            <a:ext cx="59436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965192" y="3200400"/>
            <a:ext cx="347472" cy="347472"/>
          </a:xfrm>
          <a:prstGeom prst="ellipse">
            <a:avLst/>
          </a:prstGeom>
          <a:solidFill>
            <a:srgbClr val="FBBF24">
              <a:alpha val="25000"/>
            </a:srgbClr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6440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94960" y="3200400"/>
            <a:ext cx="3529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Multi-Angle Research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4965192" y="3621024"/>
            <a:ext cx="3986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multiple independent domains simultaneously. Teammates share findings and the lead synthesizes cross-domain conclusions.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965192" y="4553712"/>
            <a:ext cx="3986784" cy="274320"/>
          </a:xfrm>
          <a:prstGeom prst="rect">
            <a:avLst/>
          </a:prstGeom>
          <a:solidFill>
            <a:srgbClr val="FBBF24">
              <a:alpha val="1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01768" y="455371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eg. UX, Architecture, and Devil's Advocate perspectives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&amp; Best Practices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67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 seconds — follow these patterns to get the most from Agent Teams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133088" cy="3630168"/>
          </a:xfrm>
          <a:prstGeom prst="rect">
            <a:avLst/>
          </a:prstGeom>
          <a:solidFill>
            <a:srgbClr val="131B2E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Setup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" y="1636776"/>
            <a:ext cx="310896" cy="310896"/>
          </a:xfrm>
          <a:prstGeom prst="ellipse">
            <a:avLst/>
          </a:prstGeom>
          <a:solidFill>
            <a:srgbClr val="818CF8">
              <a:alpha val="8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636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v2.1.32+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18653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--version — update if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" y="2231136"/>
            <a:ext cx="310896" cy="310896"/>
          </a:xfrm>
          <a:prstGeom prst="ellipse">
            <a:avLst/>
          </a:prstGeom>
          <a:solidFill>
            <a:srgbClr val="818CF8">
              <a:alpha val="8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2219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feature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245973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CLAUDE_CODE_EXPERIMENTAL_AGENT_TEAMS=1 in settings.json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" y="2825496"/>
            <a:ext cx="310896" cy="310896"/>
          </a:xfrm>
          <a:prstGeom prst="ellipse">
            <a:avLst/>
          </a:prstGeom>
          <a:solidFill>
            <a:srgbClr val="818CF8">
              <a:alpha val="8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8163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naturally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4672" y="305409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team with 3 reviewers: security, perf, tests"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" y="3419856"/>
            <a:ext cx="310896" cy="310896"/>
          </a:xfrm>
          <a:prstGeom prst="ellipse">
            <a:avLst/>
          </a:prstGeom>
          <a:solidFill>
            <a:srgbClr val="818CF8">
              <a:alpha val="8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4107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teammates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4672" y="364845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Shift+Down to cycle between active teammate sessions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" y="4014216"/>
            <a:ext cx="310896" cy="310896"/>
          </a:xfrm>
          <a:prstGeom prst="ellipse">
            <a:avLst/>
          </a:prstGeom>
          <a:solidFill>
            <a:srgbClr val="818CF8">
              <a:alpha val="80000"/>
            </a:srgbClr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40050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when done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" y="424281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lead: "Clean up the team"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078992"/>
            <a:ext cx="4133088" cy="3630168"/>
          </a:xfrm>
          <a:prstGeom prst="rect">
            <a:avLst/>
          </a:prstGeom>
          <a:solidFill>
            <a:srgbClr val="13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846320" y="1645920"/>
            <a:ext cx="301752" cy="301752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709928"/>
            <a:ext cx="173736" cy="173736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230368" y="162763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3–5 teammates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230368" y="186537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parallel work with manageable coordination overhead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46320" y="2240280"/>
            <a:ext cx="301752" cy="301752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304288"/>
            <a:ext cx="173736" cy="17373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30368" y="222199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tasks per teammate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5230368" y="245973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everyone productive without excessive context switching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46320" y="2834640"/>
            <a:ext cx="301752" cy="301752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898648"/>
            <a:ext cx="173736" cy="17373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30368" y="281635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rich spawn context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5230368" y="305409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don't inherit the lead's history — include all needed details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4846320" y="3429000"/>
            <a:ext cx="301752" cy="301752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493008"/>
            <a:ext cx="173736" cy="17373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230368" y="34107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file conflicts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5230368" y="364845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teammate owns different files — parallel edits cause overwrites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846320" y="4023360"/>
            <a:ext cx="301752" cy="301752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4087368"/>
            <a:ext cx="173736" cy="17373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230368" y="400507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steer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5230368" y="4242816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progress regularly and synthesize findings as they arrive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818CF8">
              <a:alpha val="1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Subscribe to nextgenqa for more Claude AI deep dives  |  Like &amp; share this video!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On-screen Show (16:9)</PresentationFormat>
  <Paragraphs>120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Agent Teams</dc:title>
  <dc:subject>PptxGenJS Presentation</dc:subject>
  <dc:creator>PptxGenJS</dc:creator>
  <cp:lastModifiedBy>Soumya Gupta</cp:lastModifiedBy>
  <cp:revision>2</cp:revision>
  <dcterms:created xsi:type="dcterms:W3CDTF">2026-03-15T12:21:09Z</dcterms:created>
  <dcterms:modified xsi:type="dcterms:W3CDTF">2026-03-15T13:16:54Z</dcterms:modified>
</cp:coreProperties>
</file>