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17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64008" cy="21945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Channels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Pushing Live Events into Your Running Session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192024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54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Claude Code v2.1.80+   •   claude.ai login   •   Bun runtime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1691640" cy="310896"/>
          </a:xfrm>
          <a:prstGeom prst="rect">
            <a:avLst/>
          </a:prstGeom>
          <a:solidFill>
            <a:srgbClr val="2D4A8A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148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4114800"/>
            <a:ext cx="1691640" cy="310896"/>
          </a:xfrm>
          <a:prstGeom prst="rect">
            <a:avLst/>
          </a:prstGeom>
          <a:solidFill>
            <a:srgbClr val="2D4A8A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41148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114800"/>
            <a:ext cx="1691640" cy="310896"/>
          </a:xfrm>
          <a:prstGeom prst="rect">
            <a:avLst/>
          </a:prstGeom>
          <a:solidFill>
            <a:srgbClr val="2D4A8A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1148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01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NextGenQA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Channels?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365760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9264"/>
            <a:ext cx="8503920" cy="841248"/>
          </a:xfrm>
          <a:prstGeom prst="rect">
            <a:avLst/>
          </a:prstGeom>
          <a:solidFill>
            <a:srgbClr val="D6E4F7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9264"/>
            <a:ext cx="64008" cy="8412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channel is an MCP server that pushes events into your running Claude Code session — so Claude can react to things that happen while you’re not at the terminal. Unlike integrations that spawn a fresh cloud session, the event arrives in the session you already have open.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2542032" cy="1664208"/>
          </a:xfrm>
          <a:prstGeom prst="rect">
            <a:avLst/>
          </a:prstGeom>
          <a:solidFill>
            <a:srgbClr val="F0F4FF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2542032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Event-Driven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45059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pushed into your existing session — no fresh cloud spawn, no polling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6976" y="1965960"/>
            <a:ext cx="2542032" cy="1664208"/>
          </a:xfrm>
          <a:prstGeom prst="rect">
            <a:avLst/>
          </a:prstGeom>
          <a:solidFill>
            <a:srgbClr val="F0F4FF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1965960"/>
            <a:ext cx="2542032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 Two-Way Bridge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74136" y="245059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event and replies back through the same channel, e.g. Telegram or Discord.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2" y="1965960"/>
            <a:ext cx="2542032" cy="1664208"/>
          </a:xfrm>
          <a:prstGeom prst="rect">
            <a:avLst/>
          </a:prstGeom>
          <a:solidFill>
            <a:srgbClr val="F0F4FF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1965960"/>
            <a:ext cx="2542032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 Always-On Ready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45352" y="245059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arrive while the session is open. For unattended use, run Claude in a background process.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1965960" cy="658368"/>
          </a:xfrm>
          <a:prstGeom prst="rect">
            <a:avLst/>
          </a:prstGeom>
          <a:solidFill>
            <a:srgbClr val="EEF4FF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96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v2.1.80+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4069080"/>
            <a:ext cx="1965960" cy="658368"/>
          </a:xfrm>
          <a:prstGeom prst="rect">
            <a:avLst/>
          </a:prstGeom>
          <a:solidFill>
            <a:srgbClr val="EEF4FF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4096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(not API key)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069080"/>
            <a:ext cx="1965960" cy="658368"/>
          </a:xfrm>
          <a:prstGeom prst="rect">
            <a:avLst/>
          </a:prstGeom>
          <a:solidFill>
            <a:srgbClr val="EEF4FF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096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required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4069080"/>
            <a:ext cx="1965960" cy="658368"/>
          </a:xfrm>
          <a:prstGeom prst="rect">
            <a:avLst/>
          </a:prstGeom>
          <a:solidFill>
            <a:srgbClr val="EEF4FF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4096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enable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Enterprise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4901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NextGenQA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 Channels &amp; Setup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438912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9ED9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160520" cy="438912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1440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1444752"/>
            <a:ext cx="228600" cy="22860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44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4672" y="14264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BotFather in Telegram → /newbot → copy the token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228600" cy="22860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04672" y="19476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install telegram@claude-plugins-official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487168"/>
            <a:ext cx="228600" cy="22860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04672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/telegram:configure &lt;token&gt;  (saved to ~/.claude/channels/telegram/.env)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08376"/>
            <a:ext cx="228600" cy="22860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083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2990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Restart: claude --channels plugin:telegram@claude-plugins-official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529584"/>
            <a:ext cx="228600" cy="22860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295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4672" y="35112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your bot → get pairing code → /telegram:access pair &lt;code&gt;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050792"/>
            <a:ext cx="228600" cy="22860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50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" y="40325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down: /telegram:access policy allowlist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91440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865F2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91440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Discord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846320" y="1444752"/>
            <a:ext cx="228600" cy="228600"/>
          </a:xfrm>
          <a:prstGeom prst="ellipse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444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48072" y="14264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Dev Portal → New Application → Bot → Reset Token, copy it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1965960"/>
            <a:ext cx="228600" cy="228600"/>
          </a:xfrm>
          <a:prstGeom prst="ellipse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48072" y="19476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Message Content Intent under Privileged Gateway Intents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2487168"/>
            <a:ext cx="228600" cy="228600"/>
          </a:xfrm>
          <a:prstGeom prst="ellipse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48072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URL Generator → add bot scope + View/Send/Read permissions → invite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008376"/>
            <a:ext cx="228600" cy="228600"/>
          </a:xfrm>
          <a:prstGeom prst="ellipse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0083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48072" y="2990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install discord@claude-plugins-official, then /reload-plugins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3529584"/>
            <a:ext cx="228600" cy="228600"/>
          </a:xfrm>
          <a:prstGeom prst="ellipse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5295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148072" y="35112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/discord:configure &lt;token&gt;, restart with --channels plugin:discord@...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050792"/>
            <a:ext cx="228600" cy="228600"/>
          </a:xfrm>
          <a:prstGeom prst="ellipse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050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48072" y="40325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your bot → get code → /discord:access pair &lt;code&gt; → set allowlist policy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663440"/>
            <a:ext cx="850392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Try Fakechat first — a no-auth localhost demo at http://localhost:8787. Install with: /plugin install fakechat@claude-plugins-official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98080" y="4901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NextGenQA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Enterprise Controls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438912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326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39776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280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8930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allowlist gates every channel — only approved IDs can push messages; all others are silently dropped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39776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2336" y="18013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8105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Pairing: DM the bot → receive pairing code → /[platform]:access pair &lt;code&gt; in your session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39776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" y="23225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immediately: /[platform]:access policy allowlist after pairing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39776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" y="28437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85292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must be named in --channels flag each session — .mcp.json alone does not grant push access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39776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" y="336499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37413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also gates permission relay — only allowlisted senders can approve tool use remotely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914400"/>
            <a:ext cx="0" cy="3749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754880" y="932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CONTROLS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channelsEnabled in managed settings: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527048"/>
            <a:ext cx="41148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5270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15270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Behavior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874520"/>
            <a:ext cx="4114800" cy="502920"/>
          </a:xfrm>
          <a:prstGeom prst="rect">
            <a:avLst/>
          </a:prstGeom>
          <a:solidFill>
            <a:srgbClr val="EE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892808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/ Max (no org)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1892808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— users opt in per session with --channels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37744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395728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Enterprise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0" y="2395728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until an admin explicitly enables it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Enable (Team/Enterprise):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3273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Admin Settings → Claude Code → Channels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set channelsEnabled: true in managed settings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840480"/>
            <a:ext cx="4114800" cy="658368"/>
          </a:xfrm>
          <a:prstGeom prst="rect">
            <a:avLst/>
          </a:prstGeom>
          <a:solidFill>
            <a:srgbClr val="FFF9E6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840480"/>
            <a:ext cx="64008" cy="6583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87705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Claude hits a permission prompt while unattended, the session pauses. Channel servers with permission relay capability can forward these prompts remotely. Use --dangerously-skip-permissions only in trusted environments.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0" y="4901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NextGenQA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Channels Compare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3474720" cy="411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914400"/>
            <a:ext cx="356616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306324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914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2011680" cy="475488"/>
          </a:xfrm>
          <a:prstGeom prst="rect">
            <a:avLst/>
          </a:prstGeom>
          <a:solidFill>
            <a:srgbClr val="253570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984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on the Web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1280160"/>
            <a:ext cx="3566160" cy="475488"/>
          </a:xfrm>
          <a:prstGeom prst="rect">
            <a:avLst/>
          </a:prstGeom>
          <a:solidFill>
            <a:srgbClr val="253570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2984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tasks in a fresh cloud sandbox cloned from GitHub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280160"/>
            <a:ext cx="3063240" cy="475488"/>
          </a:xfrm>
          <a:prstGeom prst="rect">
            <a:avLst/>
          </a:prstGeom>
          <a:solidFill>
            <a:srgbClr val="253570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2984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Delegating async work you check on later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773936"/>
            <a:ext cx="201168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792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Slack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773936"/>
            <a:ext cx="356616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179222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a web session from an @Claude mention in a channel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1773936"/>
            <a:ext cx="306324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79222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tasks from team conversation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267712"/>
            <a:ext cx="2011680" cy="475488"/>
          </a:xfrm>
          <a:prstGeom prst="rect">
            <a:avLst/>
          </a:prstGeom>
          <a:solidFill>
            <a:srgbClr val="253570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2860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MCP Server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2267712"/>
            <a:ext cx="3566160" cy="475488"/>
          </a:xfrm>
          <a:prstGeom prst="rect">
            <a:avLst/>
          </a:prstGeom>
          <a:solidFill>
            <a:srgbClr val="253570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22860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queries it on demand; nothing pushed to session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0" y="2267712"/>
            <a:ext cx="3063240" cy="475488"/>
          </a:xfrm>
          <a:prstGeom prst="rect">
            <a:avLst/>
          </a:prstGeom>
          <a:solidFill>
            <a:srgbClr val="253570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2860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access to read or query a system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761488"/>
            <a:ext cx="201168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7797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31720" y="2761488"/>
            <a:ext cx="356616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27797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your local session from claude.ai or mobile 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2761488"/>
            <a:ext cx="306324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7797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an in-progress session from your phone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255264"/>
            <a:ext cx="2011680" cy="475488"/>
          </a:xfrm>
          <a:prstGeom prst="rect">
            <a:avLst/>
          </a:prstGeom>
          <a:solidFill>
            <a:srgbClr val="2D4A8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735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Channels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31720" y="3255264"/>
            <a:ext cx="3566160" cy="475488"/>
          </a:xfrm>
          <a:prstGeom prst="rect">
            <a:avLst/>
          </a:prstGeom>
          <a:solidFill>
            <a:srgbClr val="2D4A8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32735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live events from external sources into running session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0" y="3255264"/>
            <a:ext cx="3063240" cy="475488"/>
          </a:xfrm>
          <a:prstGeom prst="rect">
            <a:avLst/>
          </a:prstGeom>
          <a:solidFill>
            <a:srgbClr val="2D4A8A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2735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bridges &amp; CI / webhook event reactions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41605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 Bridge — message Claude via Telegram or Discord from your phone; the reply appears in chat while the work runs on your local machine with full file access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544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Webhook Receiver — CI results, error alerts, and deploy pipeline events land directly in your open session where Claude already has your files and context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98080" y="4901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NextGenQA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751</Words>
  <Application>Microsoft Office PowerPoint</Application>
  <PresentationFormat>On-screen Show (16:9)</PresentationFormat>
  <Paragraphs>108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Channels — Complete Guide</dc:title>
  <dc:subject>PptxGenJS Presentation</dc:subject>
  <dc:creator>PptxGenJS</dc:creator>
  <cp:lastModifiedBy>Soumya Gupta</cp:lastModifiedBy>
  <cp:revision>1</cp:revision>
  <dcterms:created xsi:type="dcterms:W3CDTF">2026-03-23T17:53:09Z</dcterms:created>
  <dcterms:modified xsi:type="dcterms:W3CDTF">2026-03-23T17:55:11Z</dcterms:modified>
</cp:coreProperties>
</file>