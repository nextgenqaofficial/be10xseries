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4036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164592"/>
            <a:ext cx="1920240" cy="402336"/>
          </a:xfrm>
          <a:prstGeom prst="rect">
            <a:avLst/>
          </a:prstGeom>
          <a:solidFill>
            <a:srgbClr val="E94560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0" y="164592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▶  nextgenqa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Worktrees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F4FF"/>
                </a:solidFill>
              </a:rPr>
              <a:t>Run Parallel AI Agents Without Merge Conflicts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A0AEC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429000"/>
            <a:ext cx="1645920" cy="292608"/>
          </a:xfrm>
          <a:prstGeom prst="rect">
            <a:avLst/>
          </a:prstGeom>
          <a:solidFill>
            <a:srgbClr val="1E2D5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429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Selenium Java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0" y="3429000"/>
            <a:ext cx="1645920" cy="292608"/>
          </a:xfrm>
          <a:prstGeom prst="rect">
            <a:avLst/>
          </a:prstGeom>
          <a:solidFill>
            <a:srgbClr val="1E2D5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429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Maven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3429000"/>
            <a:ext cx="1645920" cy="292608"/>
          </a:xfrm>
          <a:prstGeom prst="rect">
            <a:avLst/>
          </a:prstGeom>
          <a:solidFill>
            <a:srgbClr val="1E2D5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429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TestNG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92240" y="3429000"/>
            <a:ext cx="1645920" cy="292608"/>
          </a:xfrm>
          <a:prstGeom prst="rect">
            <a:avLst/>
          </a:prstGeom>
          <a:solidFill>
            <a:srgbClr val="1E2D5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34290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Claude Code v2.1+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AEC0"/>
                </a:solidFill>
              </a:rPr>
              <a:t>For QA Engineers  •  Beginner Friendly  •  YouTube Tutorial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with One Branch at a Time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Real-world QA scenario: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F"/>
                </a:solidFill>
              </a:rPr>
              <a:t>You need to write new Login tests AND fix a failing Checkout test — at the same time.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3931920" cy="2651760"/>
          </a:xfrm>
          <a:prstGeom prst="rect">
            <a:avLst/>
          </a:prstGeom>
          <a:solidFill>
            <a:srgbClr val="1E2D5A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4560"/>
                </a:solidFill>
              </a:rPr>
              <a:t>😰  WITHOUT WORKTREES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356616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1. Start writing Login tests on feature/login-tests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2. Bug reported — Checkout tests failing in CI!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3. Stash your Login work (hope nothing breaks)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4. Switch to fix/checkout-tests branch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5. Fix the bug, commit, switch back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6. Unstash — merge conflicts everywhere 😱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783080"/>
            <a:ext cx="3931920" cy="2651760"/>
          </a:xfrm>
          <a:prstGeom prst="rect">
            <a:avLst/>
          </a:prstGeom>
          <a:solidFill>
            <a:srgbClr val="1E2D5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✅  WITH WORKTREES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4920" y="2212848"/>
            <a:ext cx="365760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Terminal 1: claude --worktree feature/login-tests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Terminal 2: claude --worktree fix/checkout-tests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Both agents run simultaneously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Each works in its own isolated folder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0F4FF"/>
                </a:solidFill>
              </a:rPr>
              <a:t>Zero stashing. Zero switching. Zero conflicts.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27432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→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AEC0"/>
                </a:solidFill>
              </a:rPr>
              <a:t>The bigger your project, the worse this gets — worktrees fix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Git Worktree?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749808"/>
          </a:xfrm>
          <a:prstGeom prst="rect">
            <a:avLst/>
          </a:prstGeom>
          <a:solidFill>
            <a:srgbClr val="0F3460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💡 Simple Analogy: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987552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0F4FF"/>
                </a:solidFill>
              </a:rPr>
              <a:t>Your main project folder is your desk at the office. A worktree is a second desk in the same office — different papers, same filing cabinet (git history).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2834640" cy="2148840"/>
          </a:xfrm>
          <a:prstGeom prst="rect">
            <a:avLst/>
          </a:prstGeom>
          <a:solidFill>
            <a:srgbClr val="1E2D5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🗂️  Shared Git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77440"/>
            <a:ext cx="2834640" cy="27432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50592"/>
            <a:ext cx="2651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All worktrees point to the SAME repository. One .git folder, multiple working directories.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834640" cy="2148840"/>
          </a:xfrm>
          <a:prstGeom prst="rect">
            <a:avLst/>
          </a:prstGeom>
          <a:solidFill>
            <a:srgbClr val="1E2D5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🌿  Own Branch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2377440"/>
            <a:ext cx="2834640" cy="27432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450592"/>
            <a:ext cx="2651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Each worktree checks out a UNIQUE branch. Two worktrees can't share the same branch.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2834640" cy="2148840"/>
          </a:xfrm>
          <a:prstGeom prst="rect">
            <a:avLst/>
          </a:prstGeom>
          <a:solidFill>
            <a:srgbClr val="1E2D5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938528"/>
            <a:ext cx="265176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📁  Own Files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377440"/>
            <a:ext cx="2834640" cy="27432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450592"/>
            <a:ext cx="2651760" cy="1554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Edits in Worktree A don't appear in Worktree B. Full isolation — no stepping on each other.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206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AEC0"/>
                </a:solidFill>
              </a:rPr>
              <a:t>Before you start — you need: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498848"/>
            <a:ext cx="27889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4498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git init  —  Git initialized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4498848"/>
            <a:ext cx="27889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4498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1+ commit  —  At least one commit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4498848"/>
            <a:ext cx="27889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A0AE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44988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F4FF"/>
                </a:solidFill>
              </a:rPr>
              <a:t>claude v2.1.50+  —  Claude Code CLI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Claude Code Worktrees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60704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0607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Setup (once per project)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42062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54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./scripts/setup-git.sh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Initialize git and create the first commit. Required before worktrees will work.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60704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607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57800" y="106070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Terminal 1 — Feature 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42062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54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--worktree feature/login-tests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54880" y="1993392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Claude creates branch + worktree at .claude/worktrees/feature/login-tests/ and launches a session there.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411480" cy="4114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090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Terminal 2 — Bug Fix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42062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584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--worktree fix/checkout-tests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023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A SECOND Claude session opens simultaneously on a different branch. Both are running in parallel!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090672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906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2E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57800" y="30906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Check Active Worktrees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584448"/>
            <a:ext cx="420624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584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worktree list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54880" y="40233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See all active worktrees with their paths and branches. Verify both are running independently.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💾  Cleanup:  git worktree remove .claude/worktrees/&lt;name&gt;   •   git worktree prune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749808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4864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Demo Project  &amp;  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4023360" cy="3200400"/>
          </a:xfrm>
          <a:prstGeom prst="rect">
            <a:avLst/>
          </a:prstGeom>
          <a:solidFill>
            <a:srgbClr val="1E2D5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8755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🔬  Demo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023360" cy="27432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Selenium 4 + TestNG + Maven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65506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Page Object Model (POM)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LoginPage + CheckoutPage POM classes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31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947"/>
                </a:solidFill>
              </a:rPr>
              <a:t>Worktree 1 → feature/login-tests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Write missing login test methods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8072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947"/>
                </a:solidFill>
              </a:rPr>
              <a:t>Worktree 2 → fix/checkout-tests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AEC0"/>
                </a:solidFill>
              </a:rPr>
              <a:t>Fix the wrong assertion bug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4FF"/>
                </a:solidFill>
              </a:rPr>
              <a:t>Both run in parallel — no conflicts!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987552"/>
            <a:ext cx="4297680" cy="3200400"/>
          </a:xfrm>
          <a:prstGeom prst="rect">
            <a:avLst/>
          </a:prstGeom>
          <a:solidFill>
            <a:srgbClr val="1E2D5A"/>
          </a:solidFill>
          <a:ln w="1905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0" y="98755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94560"/>
                </a:solidFill>
              </a:rPr>
              <a:t>🎯  Key Takeaways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1371600"/>
            <a:ext cx="4297680" cy="27432"/>
          </a:xfrm>
          <a:prstGeom prst="rect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4813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✅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4920" y="14813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No more stashing or branch switching mid-task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189280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89280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Multiple Claude agents run simultaneously, each on its own branch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30428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74920" y="23042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Full isolation — agents can't break each other's work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7157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27157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Resume anytime: re-run the same --worktree command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12724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74920" y="312724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Auto-worktree via agent config: add isolation: worktree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35387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🧹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353872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F"/>
                </a:solidFill>
              </a:rPr>
              <a:t>Clean up with git worktree prune when done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▶  Subscribe to nextgenqa  •  Star the repo  •  Try it yourself today!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580</Words>
  <Application>Microsoft Office PowerPoint</Application>
  <PresentationFormat>On-screen Show (16:9)</PresentationFormat>
  <Paragraphs>87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Git Worktrees — Next Gen QA</dc:title>
  <dc:subject>PptxGenJS Presentation</dc:subject>
  <dc:creator>Next Gen QA</dc:creator>
  <cp:lastModifiedBy>Soumya Gupta</cp:lastModifiedBy>
  <cp:revision>1</cp:revision>
  <dcterms:created xsi:type="dcterms:W3CDTF">2026-03-06T14:14:55Z</dcterms:created>
  <dcterms:modified xsi:type="dcterms:W3CDTF">2026-03-06T14:16:36Z</dcterms:modified>
</cp:coreProperties>
</file>